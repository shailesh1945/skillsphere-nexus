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1"/>
    <p:sldId id="264" r:id="rId12"/>
    <p:sldId id="265" r:id="rId13"/>
    <p:sldId id="268" r:id="rId14"/>
  </p:sldIdLst>
  <p:sldSz cx="12192000" cy="6858000"/>
  <p:notesSz cx="6858000" cy="12192000"/>
  <p:embeddedFontLst>
    <p:embeddedFont>
      <p:font typeface="Fira Sans" panose="020B0503050000020004" pitchFamily="34" charset="0"/>
      <p:regular r:id="rId16"/>
    </p:embeddedFont>
    <p:embeddedFont>
      <p:font typeface="Fira Sans Bold" panose="020B0803050000020004" charset="0"/>
      <p:regular r:id="rId17"/>
    </p:embeddedFont>
    <p:embeddedFont>
      <p:font typeface="Inconsolata Bold" pitchFamily="1" charset="0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3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196" autoAdjust="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4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725B-70CF-1984-FDD4-B94C083C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44354-DB1C-AEFD-35A2-919C85B8E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19DCC-082B-B458-FA0B-661B828F5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536F3-B196-66B1-30BA-8617AB3EA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94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3E2F-2C6F-F814-3C1F-081955E0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80FFE-4555-7FE2-13CC-42F93D838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9BAB1-346C-24B5-8AA3-0AF210CCF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C30E-39E0-29D6-C8F9-31F16C0F5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21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2E93-F4E1-F595-6021-C14712FB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0AE5D-1223-AEF3-30DD-FDBB83E61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51257-4863-3FA0-E55B-7B1D5D3C6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6A4F-A77B-64B3-3AF4-BC37ADDD5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9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C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631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2273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SkillSphere Nexus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33360" y="1418431"/>
            <a:ext cx="6296860" cy="401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Integrated Employee Skill, Learning, Certification &amp; Career Management Platform</a:t>
            </a:r>
            <a:endParaRPr lang="en-US" sz="5050" dirty="0"/>
          </a:p>
        </p:txBody>
      </p:sp>
      <p:sp>
        <p:nvSpPr>
          <p:cNvPr id="5" name="Text 2"/>
          <p:cNvSpPr/>
          <p:nvPr/>
        </p:nvSpPr>
        <p:spPr>
          <a:xfrm>
            <a:off x="5233360" y="5705078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 Members · Shailesh, Gowtham, Rohan, Kodur Prashanth</a:t>
            </a:r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Guide: Vijay Vasanth Sir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4" y="430306"/>
            <a:ext cx="1723137" cy="34498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sz="2400" dirty="0"/>
          </a:p>
        </p:txBody>
      </p:sp>
      <p:sp>
        <p:nvSpPr>
          <p:cNvPr id="4" name="Text 1"/>
          <p:cNvSpPr/>
          <p:nvPr/>
        </p:nvSpPr>
        <p:spPr>
          <a:xfrm>
            <a:off x="757119" y="533003"/>
            <a:ext cx="1479910" cy="19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475" y="829072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What Is SkillSphere Nexus?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61475" y="1529259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centralized platform unifying employee skills, learning, certifications, career growth, and internal opportunities — helping employees, HR teams, training managers, and administrators </a:t>
            </a:r>
            <a:r>
              <a:rPr lang="en-US" sz="12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understand, develop, validate, and grow</a:t>
            </a: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talent.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386013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0915" y="2545457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0915" y="2875260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Map employee skills and competencies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404394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20915" y="3563838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Develop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0915" y="3893641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Deliver targeted learning and training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422775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20915" y="4582220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Validate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0915" y="4912023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 certifications and credentials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441156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20915" y="5600601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Grow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20915" y="5930404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 career planning and internal mobility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338841"/>
            <a:ext cx="1552807" cy="29527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sz="3200"/>
          </a:p>
        </p:txBody>
      </p:sp>
      <p:sp>
        <p:nvSpPr>
          <p:cNvPr id="3" name="Text 1"/>
          <p:cNvSpPr/>
          <p:nvPr/>
        </p:nvSpPr>
        <p:spPr>
          <a:xfrm>
            <a:off x="760090" y="443474"/>
            <a:ext cx="133684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Challenge With Traditional Systems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2805953"/>
            <a:ext cx="5319083" cy="913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Organizations struggle to connect employee skills with learning, certifications, and career opportunities — creating visibility gaps and inefficient talent development.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487" y="3772793"/>
            <a:ext cx="5319083" cy="817136"/>
          </a:xfrm>
          <a:prstGeom prst="roundRect">
            <a:avLst>
              <a:gd name="adj" fmla="val 5773"/>
            </a:avLst>
          </a:prstGeom>
          <a:solidFill>
            <a:srgbClr val="7B0448"/>
          </a:solidFill>
          <a:ln/>
        </p:spPr>
        <p:txBody>
          <a:bodyPr/>
          <a:lstStyle/>
          <a:p>
            <a:endParaRPr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41" y="3843635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838873"/>
            <a:ext cx="4869679" cy="625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Core motivation:</a:t>
            </a:r>
            <a:r>
              <a:rPr lang="en-US" sz="1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HR teams lack a unified system to track, develop,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and grow their workforce effectively.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41884"/>
            <a:ext cx="997520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4879" y="998538"/>
            <a:ext cx="13802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04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78745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24363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Employee Profiles &amp; Skills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947591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Maintain profiles, skill catalogs, proficiency levels, and competency gap analysis.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178745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77383" y="224363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Learning Management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977383" y="2652316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Manage courses, learning paths, enrollment, progress tracking, and certificate generation.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178745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79042" y="224363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Certification Tracking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679042" y="2652316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Register professional certifications, track expiry dates, and manage renewals.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32870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42977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Career &amp; Analytics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275723" y="4706441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 career planning, promotion readiness, internal job matching, and HR dashboards.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232870"/>
            <a:ext cx="378014" cy="378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77383" y="42977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Secure Access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977383" y="4706441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 control via Keycloak for HR, Training Managers, Admins, and Employees.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0328" y="406682"/>
            <a:ext cx="1007069" cy="29527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652138" y="472668"/>
            <a:ext cx="110894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Technology Stack &amp; System Architecture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4F9D6-68D0-3121-ED73-38D73FDAF898}"/>
              </a:ext>
            </a:extLst>
          </p:cNvPr>
          <p:cNvSpPr txBox="1"/>
          <p:nvPr/>
        </p:nvSpPr>
        <p:spPr>
          <a:xfrm>
            <a:off x="6087033" y="1944052"/>
            <a:ext cx="58898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A2367C"/>
                </a:solidFill>
              </a:rPr>
              <a:t>Technology Stack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Frontend:</a:t>
            </a:r>
            <a:r>
              <a:rPr lang="en-IN" dirty="0">
                <a:solidFill>
                  <a:schemeClr val="bg1"/>
                </a:solidFill>
              </a:rPr>
              <a:t> Angular — responsive, component-driven UI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Backend:</a:t>
            </a:r>
            <a:r>
              <a:rPr lang="en-IN" dirty="0">
                <a:solidFill>
                  <a:schemeClr val="bg1"/>
                </a:solidFill>
              </a:rPr>
              <a:t> Spring Boot + REST APIs — modular microservices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Database:</a:t>
            </a:r>
            <a:r>
              <a:rPr lang="en-IN" dirty="0">
                <a:solidFill>
                  <a:schemeClr val="bg1"/>
                </a:solidFill>
              </a:rPr>
              <a:t> PostgreSQL — relational data persistence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Auth: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Keycloak</a:t>
            </a:r>
            <a:r>
              <a:rPr lang="en-IN" dirty="0">
                <a:solidFill>
                  <a:schemeClr val="bg1"/>
                </a:solidFill>
              </a:rPr>
              <a:t> — OAuth2, and RBAC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Messaging:</a:t>
            </a:r>
            <a:r>
              <a:rPr lang="en-IN" dirty="0">
                <a:solidFill>
                  <a:schemeClr val="bg1"/>
                </a:solidFill>
              </a:rPr>
              <a:t> Apache Kafka — async event-driven communication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</a:rPr>
              <a:t>The platform follows a </a:t>
            </a:r>
            <a:r>
              <a:rPr lang="en-IN" b="1" dirty="0">
                <a:solidFill>
                  <a:schemeClr val="bg1"/>
                </a:solidFill>
              </a:rPr>
              <a:t>modular, integrated architecture</a:t>
            </a:r>
            <a:r>
              <a:rPr lang="en-IN" dirty="0">
                <a:solidFill>
                  <a:schemeClr val="bg1"/>
                </a:solidFill>
              </a:rPr>
              <a:t> — each milestone operates independently while sharing a unified data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0556"/>
            <a:ext cx="811093" cy="260152"/>
          </a:xfrm>
          <a:prstGeom prst="roundRect">
            <a:avLst>
              <a:gd name="adj" fmla="val 7901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64164" y="691852"/>
            <a:ext cx="1215300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6272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Four-Milestone Project Roadmap</a:t>
            </a:r>
            <a:endParaRPr lang="en-US" sz="3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0772"/>
            <a:ext cx="5434373" cy="685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722" y="2571155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2722" y="2931815"/>
            <a:ext cx="509187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Employee Skill Management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 the employee — profiles, skill catalogs, and gap analysis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730772"/>
            <a:ext cx="5434373" cy="6852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7095" y="2571155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267095" y="2931815"/>
            <a:ext cx="509187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Learning Management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Develop the employee — courses, paths, and certificates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886795"/>
            <a:ext cx="5434373" cy="6852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722" y="4727178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32722" y="5087838"/>
            <a:ext cx="509187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Certification Management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Validate the employee — credentials, expiry, and renewals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886795"/>
            <a:ext cx="5434373" cy="6852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7095" y="4727178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4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267095" y="5087838"/>
            <a:ext cx="509187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Career &amp; Analytics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Grow the employee — career plans, internal jobs, and dashboards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61475" y="5956201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milestone builds on the previous, forming a </a:t>
            </a: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fully connected employee development lifecycle</a:t>
            </a: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2438"/>
            <a:ext cx="1239042" cy="32623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565726" y="557049"/>
            <a:ext cx="1334791" cy="23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9867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Skill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2377" y="1263401"/>
            <a:ext cx="5628094" cy="1336366"/>
          </a:xfrm>
          <a:prstGeom prst="roundRect">
            <a:avLst>
              <a:gd name="adj" fmla="val 1503"/>
            </a:avLst>
          </a:prstGeom>
          <a:solidFill>
            <a:srgbClr val="F94CAF"/>
          </a:solidFill>
          <a:ln/>
        </p:spPr>
        <p:txBody>
          <a:bodyPr/>
          <a:lstStyle/>
          <a:p>
            <a:endParaRPr sz="2800"/>
          </a:p>
        </p:txBody>
      </p:sp>
      <p:sp>
        <p:nvSpPr>
          <p:cNvPr id="6" name="Text 4"/>
          <p:cNvSpPr/>
          <p:nvPr/>
        </p:nvSpPr>
        <p:spPr>
          <a:xfrm>
            <a:off x="687866" y="1310629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1 — Employee Skills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7866" y="1570044"/>
            <a:ext cx="5266300" cy="59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Employee profile &amp; skill catalog management</a:t>
            </a:r>
            <a:endParaRPr lang="en-US" sz="11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Proficiency-level tracking and skill assessments</a:t>
            </a:r>
            <a:endParaRPr lang="en-US" sz="11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Competency mapping and skill-gap analysis</a:t>
            </a:r>
            <a:endParaRPr lang="en-US" sz="11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 via Keycloak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7866" y="2310980"/>
            <a:ext cx="587588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 compares current proficiency with role requirements to identify gaps.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FA963-2992-521E-298B-91A110ED311C}"/>
              </a:ext>
            </a:extLst>
          </p:cNvPr>
          <p:cNvSpPr txBox="1"/>
          <p:nvPr/>
        </p:nvSpPr>
        <p:spPr>
          <a:xfrm>
            <a:off x="3989294" y="7888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B4EB74-54B9-8011-7DC1-A12B8BC0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74" y="3169603"/>
            <a:ext cx="5257800" cy="29571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77843B-B414-F21B-BB34-C002024CA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640" y="3602869"/>
            <a:ext cx="5408290" cy="21451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7C6C-494D-1E52-AD9B-5542DB72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3B26D0AE-AB66-B233-7454-8F179D86B398}"/>
              </a:ext>
            </a:extLst>
          </p:cNvPr>
          <p:cNvSpPr/>
          <p:nvPr/>
        </p:nvSpPr>
        <p:spPr>
          <a:xfrm>
            <a:off x="593412" y="1290296"/>
            <a:ext cx="5455208" cy="1228785"/>
          </a:xfrm>
          <a:prstGeom prst="roundRect">
            <a:avLst>
              <a:gd name="adj" fmla="val 1503"/>
            </a:avLst>
          </a:prstGeom>
          <a:solidFill>
            <a:srgbClr val="F94CA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B923106-F9ED-99D0-3ED4-F3E125A4F12B}"/>
              </a:ext>
            </a:extLst>
          </p:cNvPr>
          <p:cNvSpPr/>
          <p:nvPr/>
        </p:nvSpPr>
        <p:spPr>
          <a:xfrm>
            <a:off x="661474" y="472438"/>
            <a:ext cx="1364549" cy="31645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F9CB8F-FC07-2D09-8E79-15694BAC39A7}"/>
              </a:ext>
            </a:extLst>
          </p:cNvPr>
          <p:cNvSpPr/>
          <p:nvPr/>
        </p:nvSpPr>
        <p:spPr>
          <a:xfrm>
            <a:off x="682272" y="557049"/>
            <a:ext cx="121351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MILESTONES 2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959CAA-7237-BD37-5730-25DFFDB1AAF3}"/>
              </a:ext>
            </a:extLst>
          </p:cNvPr>
          <p:cNvSpPr/>
          <p:nvPr/>
        </p:nvSpPr>
        <p:spPr>
          <a:xfrm>
            <a:off x="661475" y="80763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Learning Management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348EAB-2B28-112F-F139-6582CEADFDB0}"/>
              </a:ext>
            </a:extLst>
          </p:cNvPr>
          <p:cNvSpPr txBox="1"/>
          <p:nvPr/>
        </p:nvSpPr>
        <p:spPr>
          <a:xfrm>
            <a:off x="3989294" y="7888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E49AEE-00A6-D28F-D4AE-18C808729CE7}"/>
              </a:ext>
            </a:extLst>
          </p:cNvPr>
          <p:cNvSpPr/>
          <p:nvPr/>
        </p:nvSpPr>
        <p:spPr>
          <a:xfrm>
            <a:off x="704192" y="133752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2 — Learning Management</a:t>
            </a:r>
            <a:endParaRPr lang="en-US" sz="14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F2A0659-374C-5417-3C4A-41C8D246D24B}"/>
              </a:ext>
            </a:extLst>
          </p:cNvPr>
          <p:cNvSpPr/>
          <p:nvPr/>
        </p:nvSpPr>
        <p:spPr>
          <a:xfrm>
            <a:off x="704192" y="1595146"/>
            <a:ext cx="5319083" cy="61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Course and learning path creation</a:t>
            </a:r>
            <a:endParaRPr lang="en-US" sz="1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Employee enrollment and progress tracking</a:t>
            </a:r>
            <a:endParaRPr lang="en-US" sz="1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Assessment recording and </a:t>
            </a:r>
            <a:r>
              <a:rPr lang="en-US" sz="105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course</a:t>
            </a:r>
            <a:r>
              <a:rPr lang="en-US" sz="100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 completion</a:t>
            </a:r>
            <a:endParaRPr lang="en-US" sz="1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Automated learning certificate generation</a:t>
            </a:r>
            <a:endParaRPr lang="en-US" sz="10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8EEF262-7036-957E-B040-E1D0617D8924}"/>
              </a:ext>
            </a:extLst>
          </p:cNvPr>
          <p:cNvSpPr/>
          <p:nvPr/>
        </p:nvSpPr>
        <p:spPr>
          <a:xfrm>
            <a:off x="704192" y="2284084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Example:</a:t>
            </a:r>
            <a:r>
              <a:rPr lang="en-US" sz="1000" dirty="0">
                <a:latin typeface="Fira Sans" pitchFamily="34" charset="0"/>
                <a:ea typeface="Fira Sans" pitchFamily="34" charset="-122"/>
                <a:cs typeface="Fira Sans" pitchFamily="34" charset="-120"/>
              </a:rPr>
              <a:t> Progress 67% → Assessment 92% → Certificate generated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2A7D33-87DB-EFF2-9AEC-5E647F5E7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74" y="3619319"/>
            <a:ext cx="5489300" cy="2945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5F834B-0AF8-A03A-54C7-DB04F6BB2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001" y="3619319"/>
            <a:ext cx="5234118" cy="2945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0845026-AC54-867E-98F9-F4E1EEC25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395" y="1265022"/>
            <a:ext cx="5524110" cy="189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41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2171"/>
            <a:ext cx="1450939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4879" y="758825"/>
            <a:ext cx="18337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MILESTONES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64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Certification Management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2463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3 — Certification Management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208919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Professional certification registration and updates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Status: </a:t>
            </a: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VALID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EXPIRED</a:t>
            </a: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4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PENDING_RENEWAL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30-day renewal warnings via Kafka notifications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Renewal request and approval workflow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Certification audit trail and compliance API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315098-029D-6C47-F0E1-6C560E224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14" y="4008461"/>
            <a:ext cx="4404566" cy="2477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64A9A-8580-34D7-C190-200BE071F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399" y="3985332"/>
            <a:ext cx="4404566" cy="2477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9E180B-2B04-319A-D248-02831531F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656" y="1732115"/>
            <a:ext cx="5995450" cy="20197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4488-2A63-6C51-8B4A-9DD8276A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E6050E-9E50-ABB5-B12A-4F33A185DCB6}"/>
              </a:ext>
            </a:extLst>
          </p:cNvPr>
          <p:cNvSpPr/>
          <p:nvPr/>
        </p:nvSpPr>
        <p:spPr>
          <a:xfrm>
            <a:off x="661475" y="702171"/>
            <a:ext cx="1450939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791C4E-C7A9-0DD1-926C-F62CF05C6952}"/>
              </a:ext>
            </a:extLst>
          </p:cNvPr>
          <p:cNvSpPr/>
          <p:nvPr/>
        </p:nvSpPr>
        <p:spPr>
          <a:xfrm>
            <a:off x="774879" y="758825"/>
            <a:ext cx="18337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MILESTONES 4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82ADB2-BE3E-73BD-7555-FF912688DE83}"/>
              </a:ext>
            </a:extLst>
          </p:cNvPr>
          <p:cNvSpPr/>
          <p:nvPr/>
        </p:nvSpPr>
        <p:spPr>
          <a:xfrm>
            <a:off x="661475" y="1064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Career Growth</a:t>
            </a:r>
            <a:endParaRPr lang="en-US" sz="3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8A77B5C-7EF1-18A9-D875-36F0755F880C}"/>
              </a:ext>
            </a:extLst>
          </p:cNvPr>
          <p:cNvSpPr/>
          <p:nvPr/>
        </p:nvSpPr>
        <p:spPr>
          <a:xfrm>
            <a:off x="738799" y="17067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4 — Career &amp; Analytics</a:t>
            </a:r>
            <a:endParaRPr lang="en-US" sz="18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1362088-374B-DC66-A264-789FE259950B}"/>
              </a:ext>
            </a:extLst>
          </p:cNvPr>
          <p:cNvSpPr/>
          <p:nvPr/>
        </p:nvSpPr>
        <p:spPr>
          <a:xfrm>
            <a:off x="738799" y="2190991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Career plan creation with current and target roles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Mentor assignment and personalized training plans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Promotion readiness tracking and criteria mapping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Internal job portal with skill-based matching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Executive analytics: career plans, skill coverage, job openings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AC4AD7-BF8A-1A47-5A9C-1E5F7C617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157221"/>
            <a:ext cx="4249608" cy="23904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1D55D7-9206-F360-F345-D8A7174F4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545" y="4272174"/>
            <a:ext cx="6096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4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519806"/>
            <a:ext cx="1319725" cy="233263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11939" y="583944"/>
            <a:ext cx="157357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INTEGRATION &amp; DASHBOARD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9867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End-to-End Integration &amp; User Experience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4899"/>
            <a:ext cx="7308149" cy="39939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55022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Unified Platform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1475" y="5745094"/>
            <a:ext cx="5319083" cy="5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 four milestones operate as one connected system. Data flows seamlessly from skill assessment through learning, certification, and career progression — visible through a single </a:t>
            </a:r>
            <a:r>
              <a:rPr lang="en-US" sz="9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centralized dashboard</a:t>
            </a: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487" y="5523334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Highlights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487" y="5718199"/>
            <a:ext cx="5319083" cy="77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Clickable module sections for each domain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access: HR, Training Manager, Admin, Employee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 progress indicators and status badges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Integrated view of skills, learning, certifications, and careers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Easy navigation with consistent UI patterns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1912"/>
            <a:ext cx="1385853" cy="251420"/>
          </a:xfrm>
          <a:prstGeom prst="roundRect">
            <a:avLst>
              <a:gd name="adj" fmla="val 7894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60691" y="581521"/>
            <a:ext cx="17970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SECURITY &amp; FUTURE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11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Security, Future Enhancements &amp; Conclusion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7195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Security &amp; Validation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122686"/>
            <a:ext cx="5232666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Keycloak-based authentication with OAuth2 and SSO</a:t>
            </a:r>
            <a:endParaRPr lang="en-US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access: HR, Training Manager, Admin, Employee</a:t>
            </a:r>
            <a:endParaRPr lang="en-US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 API validation across all modules</a:t>
            </a:r>
            <a:endParaRPr lang="en-US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Secure, validated access to analytics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7195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Proposed Future Enhancements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122686"/>
            <a:ext cx="5232666" cy="1741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64160" indent="-264160">
              <a:lnSpc>
                <a:spcPct val="150000"/>
              </a:lnSpc>
              <a:buSzPct val="10000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AI-based Skill and Course Recommendations:</a:t>
            </a:r>
            <a:r>
              <a:rPr lang="en-IN" sz="1400" dirty="0">
                <a:solidFill>
                  <a:schemeClr val="bg1"/>
                </a:solidFill>
              </a:rPr>
              <a:t> Suggest personalized learning paths based on employee skills and career goals.</a:t>
            </a:r>
            <a:r>
              <a:rPr lang="en-US" sz="13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Intelligent</a:t>
            </a:r>
          </a:p>
          <a:p>
            <a:pPr marL="264160" indent="-264160">
              <a:lnSpc>
                <a:spcPct val="150000"/>
              </a:lnSpc>
              <a:buSzPct val="10000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Intelligent Employee-Job Matching:</a:t>
            </a:r>
            <a:r>
              <a:rPr lang="en-IN" sz="1400" dirty="0">
                <a:solidFill>
                  <a:schemeClr val="bg1"/>
                </a:solidFill>
              </a:rPr>
              <a:t> Match employees with suitable internal job opportunities based on their skills and experience.</a:t>
            </a:r>
            <a:endParaRPr lang="en-US" sz="1300" dirty="0">
              <a:solidFill>
                <a:schemeClr val="bg1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264160" indent="-264160">
              <a:lnSpc>
                <a:spcPct val="150000"/>
              </a:lnSpc>
              <a:buSzPct val="10000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Gamification &amp; Rewards:</a:t>
            </a:r>
            <a:r>
              <a:rPr lang="en-IN" sz="1400" dirty="0">
                <a:solidFill>
                  <a:schemeClr val="bg1"/>
                </a:solidFill>
              </a:rPr>
              <a:t> Award EXP points for completing courses and certifications, which users can redeem for rewards and incentives.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FE55-6D77-B2AD-1CC7-9E805D7A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52A4306-A9BE-21D6-294C-C8585CD2ACF5}"/>
              </a:ext>
            </a:extLst>
          </p:cNvPr>
          <p:cNvSpPr/>
          <p:nvPr/>
        </p:nvSpPr>
        <p:spPr>
          <a:xfrm>
            <a:off x="661475" y="8411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BD9B6F-03DC-05E6-BDA5-ED4F05CD9D4C}"/>
              </a:ext>
            </a:extLst>
          </p:cNvPr>
          <p:cNvSpPr/>
          <p:nvPr/>
        </p:nvSpPr>
        <p:spPr>
          <a:xfrm>
            <a:off x="661476" y="1710612"/>
            <a:ext cx="8365984" cy="2187265"/>
          </a:xfrm>
          <a:prstGeom prst="roundRect">
            <a:avLst>
              <a:gd name="adj" fmla="val 2907"/>
            </a:avLst>
          </a:prstGeom>
          <a:solidFill>
            <a:srgbClr val="7B0448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CF52390-10AB-C3C8-8ADA-E67025699F85}"/>
              </a:ext>
            </a:extLst>
          </p:cNvPr>
          <p:cNvSpPr/>
          <p:nvPr/>
        </p:nvSpPr>
        <p:spPr>
          <a:xfrm>
            <a:off x="1198731" y="1923443"/>
            <a:ext cx="7237057" cy="1644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SkillSphere</a:t>
            </a:r>
            <a:r>
              <a:rPr lang="en-US" sz="20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Nexus unifies employee development — from skills and learning to certifications and growth — improving visibility, planning, and progression across the career organization.</a:t>
            </a: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1151C16-20C8-323F-80E1-52506EC3644C}"/>
              </a:ext>
            </a:extLst>
          </p:cNvPr>
          <p:cNvSpPr/>
          <p:nvPr/>
        </p:nvSpPr>
        <p:spPr>
          <a:xfrm>
            <a:off x="661475" y="4959507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Thank You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600301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783</Words>
  <Application>Microsoft Office PowerPoint</Application>
  <PresentationFormat>Widescreen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Fira Sans</vt:lpstr>
      <vt:lpstr>Arial</vt:lpstr>
      <vt:lpstr>Fira Sans Bold</vt:lpstr>
      <vt:lpstr>Inconsolata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Shailesh Khandate</dc:creator>
  <cp:lastModifiedBy>Shailesh Khandate</cp:lastModifiedBy>
  <cp:revision>3</cp:revision>
  <dcterms:created xsi:type="dcterms:W3CDTF">2026-09-15T14:38:15Z</dcterms:created>
  <dcterms:modified xsi:type="dcterms:W3CDTF">2026-09-16T15:01:24Z</dcterms:modified>
</cp:coreProperties>
</file>